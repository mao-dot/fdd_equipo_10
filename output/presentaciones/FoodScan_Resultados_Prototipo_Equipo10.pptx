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5650ec007b4e7f" /><Relationship Type="http://schemas.openxmlformats.org/officeDocument/2006/relationships/extended-properties" Target="/docProps/app.xml" Id="R854a186f2d4b49fb" /><Relationship Type="http://schemas.openxmlformats.org/officeDocument/2006/relationships/officeDocument" Target="/ppt/presentation.xml" Id="R0d56f2ced12b4d4c" /></Relationships>
</file>

<file path=ppt/presentation.xml><?xml version="1.0" encoding="utf-8"?>
<p:presentation xmlns:p="http://schemas.openxmlformats.org/presentationml/2006/main">
  <p:sldMasterIdLst>
    <p:sldMasterId xmlns:r="http://schemas.openxmlformats.org/officeDocument/2006/relationships" id="2147483648" r:id="Radb946075e984c50"/>
  </p:sldMasterIdLst>
  <p:notesMasterIdLst>
    <p:notesMasterId xmlns:r="http://schemas.openxmlformats.org/officeDocument/2006/relationships" r:id="R5aed4675b1594806"/>
  </p:notesMasterIdLst>
  <p:sldIdLst>
    <p:sldId xmlns:r="http://schemas.openxmlformats.org/officeDocument/2006/relationships" id="256" r:id="R6fc92347f3754ef3"/>
    <p:sldId xmlns:r="http://schemas.openxmlformats.org/officeDocument/2006/relationships" id="257" r:id="Rf1c4888122c64955"/>
    <p:sldId xmlns:r="http://schemas.openxmlformats.org/officeDocument/2006/relationships" id="258" r:id="R4350a44a1c5d4c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46ce6fc22943b6" /><Relationship Type="http://schemas.openxmlformats.org/officeDocument/2006/relationships/slideMaster" Target="/ppt/slideMasters/slideMaster1.xml" Id="Radb946075e984c50" /><Relationship Type="http://schemas.openxmlformats.org/officeDocument/2006/relationships/notesMaster" Target="/ppt/notesMasters/notesMaster1.xml" Id="R5aed4675b1594806" /><Relationship Type="http://schemas.openxmlformats.org/officeDocument/2006/relationships/presProps" Target="/ppt/presProps.xml" Id="Rf76093b02cea488a" /><Relationship Type="http://schemas.openxmlformats.org/officeDocument/2006/relationships/tableStyles" Target="/ppt/tableStyles.xml" Id="R43bd206d45e14524" /><Relationship Type="http://schemas.openxmlformats.org/officeDocument/2006/relationships/slide" Target="/ppt/slides/slide1.xml" Id="R6fc92347f3754ef3" /><Relationship Type="http://schemas.openxmlformats.org/officeDocument/2006/relationships/slide" Target="/ppt/slides/slide2.xml" Id="Rf1c4888122c64955" /><Relationship Type="http://schemas.openxmlformats.org/officeDocument/2006/relationships/slide" Target="/ppt/slides/slide3.xml" Id="R4350a44a1c5d4c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7fd6cf72984b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e5d94312f74423" /><Relationship Type="http://schemas.openxmlformats.org/officeDocument/2006/relationships/notesMaster" Target="/ppt/notesMasters/notesMaster1.xml" Id="Ra5febc9bdb244c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e4d6492a5f4c24" /><Relationship Type="http://schemas.openxmlformats.org/officeDocument/2006/relationships/notesMaster" Target="/ppt/notesMasters/notesMaster1.xml" Id="R2fb35421461749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b36f026ec9467e" /><Relationship Type="http://schemas.openxmlformats.org/officeDocument/2006/relationships/notesMaster" Target="/ppt/notesMasters/notesMaster1.xml" Id="R126edd1c0ea946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este registro ingresamos cuatrocientos cuatro gramos. La aplicación muestra cuatrocientas cincuenta y cinco kilocalorías, veintidós coma ocho gramos de proteínas y catorce coma dos de grasas. Los cincuenta y seis gramos de carbohidratos son parciales porque falta el dato del huevo.</a:t>
            </a:r>
          </a:p>
          <a:p xmlns:a="http://schemas.openxmlformats.org/drawingml/2006/main">
            <a:r>
              <a:t/>
            </a:r>
          </a:p>
          <a:p xmlns:a="http://schemas.openxmlformats.org/drawingml/2006/main">
            <a:r>
              <a:t>Evidencia y alcance:</a:t>
            </a:r>
          </a:p>
          <a:p xmlns:a="http://schemas.openxmlformats.org/drawingml/2006/main">
            <a:r>
              <a:t>Captura: C:/Users/Mao/Desktop/WhatsApp Image 2026-10-07 at 23.27.18 (2).jpeg. Lecturas visibles: total404g,455kcal,proteína22.8g,carbohidratos56g con aviso Parcial faltaun dato,grasa14.2g. El total404 es ingreso registrado, no prueba por sí solo de pesaje neto correcto. La masa por ingrediente y la correspondencia de preparación requieren validación. El huevo sancochado J3 tiene carbohidratos null en el catálogo y por eso56g es suma de los cereales conocidos, no total completo. No se completa con cero. Estas cifras reflejan el cálculo de la app y no una medición química del plato.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reparto estimado asigna ciento setenta y cinco coma siete gramos a quinua, ciento ocho coma siete a arroz y ciento diecinueve coma seis a huevo: suman cuatrocientos cuatro. La referencia de quinua cocida requiere revisión para representar un guiso.</a:t>
            </a:r>
          </a:p>
          <a:p xmlns:a="http://schemas.openxmlformats.org/drawingml/2006/main">
            <a:r>
              <a:t/>
            </a:r>
          </a:p>
          <a:p xmlns:a="http://schemas.openxmlformats.org/drawingml/2006/main">
            <a:r>
              <a:t>Evidencia y alcance:</a:t>
            </a:r>
          </a:p>
          <a:p xmlns:a="http://schemas.openxmlformats.org/drawingml/2006/main">
            <a:r>
              <a:t>Captura: C:/Users/Mao/Downloads/WhatsApp Image 2026-10-07 at 23.27.18 (1).jpeg. Reparto visible: guiso de quinua con referencia Quinua cocida175.7g,arroz blanco cocido108.7g,huevo sancochado119.6g. Suma175.7+108.7+119.6=404.0g. Los porcentajes43,27,30 son redondeados. La referencia elegida para guiso usa quinua cocida simple y no asegura que describa aceite,salsa u otros ingredientes de la receta. Se debe revisar ese vínculo. El usuario puede editar alimento,añadir/quitar y ajustar reparto; el código recalcula conservando masa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Tras guardar, Mi día confirma una comida con esos resultados. El historial permanece en el navegador. El teléfono usa batería e Internet para reconocer. La integración automática del pesaje y su validación siguen pendientes.</a:t>
            </a:r>
          </a:p>
          <a:p xmlns:a="http://schemas.openxmlformats.org/drawingml/2006/main">
            <a:r>
              <a:t/>
            </a:r>
          </a:p>
          <a:p xmlns:a="http://schemas.openxmlformats.org/drawingml/2006/main">
            <a:r>
              <a:t>Evidencia y alcance:</a:t>
            </a:r>
          </a:p>
          <a:p xmlns:a="http://schemas.openxmlformats.org/drawingml/2006/main">
            <a:r>
              <a:t>Captura: C:/Users/Mao/Downloads/WhatsApp Image 2026-10-07 at 23.27.18.jpeg. Pantalla Mi día muestra1comida,455kcal,22.8g proteína,56g carbohidratos parciales y14.2g grasa. AvisoPlato guardado en tu día visible. Corresponde al mismo conjunto de cifras del resultado. La imagen acredita el guardado visible del registro, no precisión nutricional ni integración automática de hardware. Código components/foodscan.tsx conserva registros en navegador, consultables en Mi día e Historial. Internet necesario para Gemini, batería del teléfono aporta energía.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9c73666611493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5f4e2bb95744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6a093f5b7943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1f287c9ae644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fb259faf3f4e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fe788ed70845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C8A32-AB13-46C1-9C91-6F79051CC05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EBE836-DC64-4D9E-AF6A-AA80856792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F6426B-28E7-4509-9A9C-B10130FE44E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388208-1C54-4EC9-9BEE-AAC93EA6D9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5A625A-95B1-4E99-B744-B9105CF94E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03CC71-3ED9-4EF9-A0DA-F30CD720ED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B3AC57-D5CF-4D25-B924-5C329B00B4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E5422CA-62F7-49F3-9ED5-5E46D95A866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99E4EA-3419-4D96-B6A7-2BA4604182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7B077A-ED47-4928-846F-1D18534BD7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2b542c514a48ef" /><Relationship Type="http://schemas.openxmlformats.org/officeDocument/2006/relationships/slideLayout" Target="/ppt/slideLayouts/slideLayout1.xml" Id="Rf81dfa399ab74c07" /><Relationship Type="http://schemas.openxmlformats.org/officeDocument/2006/relationships/slideLayout" Target="/ppt/slideLayouts/slideLayout2.xml" Id="R770ebaa8aa834464" /><Relationship Type="http://schemas.openxmlformats.org/officeDocument/2006/relationships/slideLayout" Target="/ppt/slideLayouts/slideLayout3.xml" Id="Rb9fba0b59b084caf" /><Relationship Type="http://schemas.openxmlformats.org/officeDocument/2006/relationships/slideLayout" Target="/ppt/slideLayouts/slideLayout4.xml" Id="Rc3489c3c7a494222" /><Relationship Type="http://schemas.openxmlformats.org/officeDocument/2006/relationships/slideLayout" Target="/ppt/slideLayouts/slideLayout5.xml" Id="R8529849bc96a4077" /><Relationship Type="http://schemas.openxmlformats.org/officeDocument/2006/relationships/slideLayout" Target="/ppt/slideLayouts/slideLayout6.xml" Id="Ra9663f8b9dbb46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1dfa399ab74c07"/>
    <p:sldLayoutId xmlns:r="http://schemas.openxmlformats.org/officeDocument/2006/relationships" id="2147483650" r:id="R770ebaa8aa834464"/>
    <p:sldLayoutId xmlns:r="http://schemas.openxmlformats.org/officeDocument/2006/relationships" id="2147483651" r:id="Rb9fba0b59b084caf"/>
    <p:sldLayoutId xmlns:r="http://schemas.openxmlformats.org/officeDocument/2006/relationships" id="2147483652" r:id="Rc3489c3c7a494222"/>
    <p:sldLayoutId xmlns:r="http://schemas.openxmlformats.org/officeDocument/2006/relationships" id="2147483653" r:id="R8529849bc96a4077"/>
    <p:sldLayoutId xmlns:r="http://schemas.openxmlformats.org/officeDocument/2006/relationships" id="2147483654" r:id="Ra9663f8b9dbb46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d3ecffbb134697" /><Relationship Type="http://schemas.openxmlformats.org/officeDocument/2006/relationships/image" Target="/ppt/media/image.jpeg" Id="R66a6f3e536f54715" /><Relationship Type="http://schemas.openxmlformats.org/officeDocument/2006/relationships/notesSlide" Target="/ppt/notesSlides/notesSlide1.xml" Id="R97d2fc67831948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39eb94daf094b72" /><Relationship Type="http://schemas.openxmlformats.org/officeDocument/2006/relationships/image" Target="/ppt/media/image2.jpeg" Id="R329e0b56d5494ff7" /><Relationship Type="http://schemas.openxmlformats.org/officeDocument/2006/relationships/notesSlide" Target="/ppt/notesSlides/notesSlide2.xml" Id="R9263a9fc55b94b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3e105c450244ef" /><Relationship Type="http://schemas.openxmlformats.org/officeDocument/2006/relationships/image" Target="/ppt/media/image3.jpeg" Id="R24d268971fdf40e2" /><Relationship Type="http://schemas.openxmlformats.org/officeDocument/2006/relationships/notesSlide" Target="/ppt/notesSlides/notesSlide3.xml" Id="R8d983f8d60b74383" /></Relationships>
</file>

<file path=ppt/slides/slide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2" name="Resultado del análisis">
            <a:extLst xmlns:a="http://schemas.openxmlformats.org/drawingml/2006/main">
              <a:ext uri="{FF2B5EF4-FFF2-40B4-BE49-F238E27FC236}">
                <a16:creationId xmlns:a16="http://schemas.microsoft.com/office/drawing/2014/main" id="{F089A103-156F-4009-99DB-97A12C27CB3F}"/>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Resultado del análisis</a:t>
            </a:r>
          </a:p>
        </p:txBody>
      </p:sp>
      <p:sp>
        <p:nvSpPr>
          <p:cNvPr id="2" name="Datos mostrados por FoodScan para un registro de 404 g.">
            <a:extLst xmlns:a="http://schemas.openxmlformats.org/drawingml/2006/main">
              <a:ext uri="{FF2B5EF4-FFF2-40B4-BE49-F238E27FC236}">
                <a16:creationId xmlns:a16="http://schemas.microsoft.com/office/drawing/2014/main" id="{6A09F79B-C78F-4EC3-A443-57B945CB2741}"/>
              </a:ext>
            </a:extLst>
          </p:cNvPr>
          <p:cNvSpPr>
            <a:spLocks xmlns:a="http://schemas.openxmlformats.org/drawingml/2006/main" noGrp="1"/>
          </p:cNvSpPr>
          <p:nvPr/>
        </p:nvSpPr>
        <p:spPr>
          <a:xfrm xmlns:a="http://schemas.openxmlformats.org/drawingml/2006/main">
            <a:off x="571500" y="1104900"/>
            <a:ext cx="1102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Datos mostrados por FoodScan para un registro de 404 g.</a:t>
            </a:r>
          </a:p>
        </p:txBody>
      </p:sp>
      <p:sp>
        <p:nvSpPr>
          <p:cNvPr id="3" name="Fuente: capturas finales de FoodScan proporcionadas por el e">
            <a:extLst xmlns:a="http://schemas.openxmlformats.org/drawingml/2006/main">
              <a:ext uri="{FF2B5EF4-FFF2-40B4-BE49-F238E27FC236}">
                <a16:creationId xmlns:a16="http://schemas.microsoft.com/office/drawing/2014/main" id="{000FDC7D-B1A9-49B2-B370-C19556F327FE}"/>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capturas finales de FoodScan proporcionadas por el equipo.</a:t>
            </a:r>
          </a:p>
        </p:txBody>
      </p:sp>
      <p:sp>
        <p:nvSpPr>
          <p:cNvPr id="4" name="9">
            <a:extLst xmlns:a="http://schemas.openxmlformats.org/drawingml/2006/main">
              <a:ext uri="{FF2B5EF4-FFF2-40B4-BE49-F238E27FC236}">
                <a16:creationId xmlns:a16="http://schemas.microsoft.com/office/drawing/2014/main" id="{B621B69B-5FE4-4DB1-88EB-9D20B22D5D1A}"/>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9</a:t>
            </a:r>
          </a:p>
        </p:txBody>
      </p:sp>
      <p:sp>
        <p:nvSpPr>
          <p:cNvPr id="5" name="404 g">
            <a:extLst xmlns:a="http://schemas.openxmlformats.org/drawingml/2006/main">
              <a:ext uri="{FF2B5EF4-FFF2-40B4-BE49-F238E27FC236}">
                <a16:creationId xmlns:a16="http://schemas.microsoft.com/office/drawing/2014/main" id="{187269CB-BEE2-4A28-AA8F-B95AA3BE9C80}"/>
              </a:ext>
            </a:extLst>
          </p:cNvPr>
          <p:cNvSpPr>
            <a:spLocks xmlns:a="http://schemas.openxmlformats.org/drawingml/2006/main" noGrp="1"/>
          </p:cNvSpPr>
          <p:nvPr/>
        </p:nvSpPr>
        <p:spPr>
          <a:xfrm xmlns:a="http://schemas.openxmlformats.org/drawingml/2006/main">
            <a:off x="571500" y="1847850"/>
            <a:ext cx="638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173F2F"/>
                </a:solidFill>
                <a:latin typeface="Arial"/>
                <a:ea typeface="Arial"/>
                <a:cs typeface="Arial"/>
              </a:defRPr>
            </a:defPPr>
          </a:lstStyle>
          <a:p xmlns:a="http://schemas.openxmlformats.org/drawingml/2006/main">
            <a:pPr>
              <a:defRPr sz="4350" b="1">
                <a:solidFill>
                  <a:srgbClr val="173F2F"/>
                </a:solidFill>
                <a:latin typeface="Arial"/>
                <a:ea typeface="Arial"/>
                <a:cs typeface="Arial"/>
              </a:defRPr>
            </a:pPr>
            <a:r>
              <a:rPr sz="4350" b="1">
                <a:solidFill>
                  <a:srgbClr val="173F2F"/>
                </a:solidFill>
                <a:latin typeface="Arial"/>
                <a:ea typeface="Arial"/>
                <a:cs typeface="Arial"/>
              </a:rPr>
              <a:t>404 g</a:t>
            </a:r>
          </a:p>
        </p:txBody>
      </p:sp>
      <p:sp>
        <p:nvSpPr>
          <p:cNvPr id="6" name="Peso total ingresado por el usuario">
            <a:extLst xmlns:a="http://schemas.openxmlformats.org/drawingml/2006/main">
              <a:ext uri="{FF2B5EF4-FFF2-40B4-BE49-F238E27FC236}">
                <a16:creationId xmlns:a16="http://schemas.microsoft.com/office/drawing/2014/main" id="{0DC436BD-4362-47C9-8734-3ECFAC2E727C}"/>
              </a:ext>
            </a:extLst>
          </p:cNvPr>
          <p:cNvSpPr>
            <a:spLocks xmlns:a="http://schemas.openxmlformats.org/drawingml/2006/main" noGrp="1"/>
          </p:cNvSpPr>
          <p:nvPr/>
        </p:nvSpPr>
        <p:spPr>
          <a:xfrm xmlns:a="http://schemas.openxmlformats.org/drawingml/2006/main">
            <a:off x="571500" y="2667000"/>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77161"/>
                </a:solidFill>
                <a:latin typeface="Arial"/>
                <a:ea typeface="Arial"/>
                <a:cs typeface="Arial"/>
              </a:defRPr>
            </a:defPPr>
          </a:lstStyle>
          <a:p xmlns:a="http://schemas.openxmlformats.org/drawingml/2006/main">
            <a:pPr>
              <a:defRPr sz="2025" b="0">
                <a:solidFill>
                  <a:srgbClr val="577161"/>
                </a:solidFill>
                <a:latin typeface="Arial"/>
                <a:ea typeface="Arial"/>
                <a:cs typeface="Arial"/>
              </a:defRPr>
            </a:pPr>
            <a:r>
              <a:rPr sz="2025" b="0">
                <a:solidFill>
                  <a:srgbClr val="577161"/>
                </a:solidFill>
                <a:latin typeface="Arial"/>
                <a:ea typeface="Arial"/>
                <a:cs typeface="Arial"/>
              </a:rPr>
              <a:t>Peso total ingresado por el usuario</a:t>
            </a:r>
          </a:p>
        </p:txBody>
      </p:sp>
      <p:sp>
        <p:nvSpPr>
          <p:cNvPr id="7" name="455 kcal">
            <a:extLst xmlns:a="http://schemas.openxmlformats.org/drawingml/2006/main">
              <a:ext uri="{FF2B5EF4-FFF2-40B4-BE49-F238E27FC236}">
                <a16:creationId xmlns:a16="http://schemas.microsoft.com/office/drawing/2014/main" id="{DFE404E7-3973-4D25-B054-7A25512F271D}"/>
              </a:ext>
            </a:extLst>
          </p:cNvPr>
          <p:cNvSpPr>
            <a:spLocks xmlns:a="http://schemas.openxmlformats.org/drawingml/2006/main" noGrp="1"/>
          </p:cNvSpPr>
          <p:nvPr/>
        </p:nvSpPr>
        <p:spPr>
          <a:xfrm xmlns:a="http://schemas.openxmlformats.org/drawingml/2006/main">
            <a:off x="571500" y="3371850"/>
            <a:ext cx="6572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1">
                <a:solidFill>
                  <a:srgbClr val="173F2F"/>
                </a:solidFill>
                <a:latin typeface="Arial"/>
                <a:ea typeface="Arial"/>
                <a:cs typeface="Arial"/>
              </a:defRPr>
            </a:defPPr>
          </a:lstStyle>
          <a:p xmlns:a="http://schemas.openxmlformats.org/drawingml/2006/main">
            <a:pPr>
              <a:defRPr sz="3900" b="1">
                <a:solidFill>
                  <a:srgbClr val="173F2F"/>
                </a:solidFill>
                <a:latin typeface="Arial"/>
                <a:ea typeface="Arial"/>
                <a:cs typeface="Arial"/>
              </a:defRPr>
            </a:pPr>
            <a:r>
              <a:rPr sz="3900" b="1">
                <a:solidFill>
                  <a:srgbClr val="173F2F"/>
                </a:solidFill>
                <a:latin typeface="Arial"/>
                <a:ea typeface="Arial"/>
                <a:cs typeface="Arial"/>
              </a:rPr>
              <a:t>455 kcal</a:t>
            </a:r>
          </a:p>
        </p:txBody>
      </p:sp>
      <p:sp>
        <p:nvSpPr>
          <p:cNvPr id="8" name="Proteínas: 22,8 g&#10;Grasas: 14,2 g">
            <a:extLst xmlns:a="http://schemas.openxmlformats.org/drawingml/2006/main">
              <a:ext uri="{FF2B5EF4-FFF2-40B4-BE49-F238E27FC236}">
                <a16:creationId xmlns:a16="http://schemas.microsoft.com/office/drawing/2014/main" id="{4BADAA34-9FA2-452D-91C2-3EC427BFDEAE}"/>
              </a:ext>
            </a:extLst>
          </p:cNvPr>
          <p:cNvSpPr>
            <a:spLocks xmlns:a="http://schemas.openxmlformats.org/drawingml/2006/main" noGrp="1"/>
          </p:cNvSpPr>
          <p:nvPr/>
        </p:nvSpPr>
        <p:spPr>
          <a:xfrm xmlns:a="http://schemas.openxmlformats.org/drawingml/2006/main">
            <a:off x="571500" y="4248150"/>
            <a:ext cx="685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3F2F"/>
                </a:solidFill>
                <a:latin typeface="Arial"/>
                <a:ea typeface="Arial"/>
                <a:cs typeface="Arial"/>
              </a:defRPr>
            </a:defPPr>
          </a:lstStyle>
          <a:p xmlns:a="http://schemas.openxmlformats.org/drawingml/2006/main">
            <a:pPr>
              <a:defRPr sz="2250" b="0">
                <a:solidFill>
                  <a:srgbClr val="173F2F"/>
                </a:solidFill>
                <a:latin typeface="Arial"/>
                <a:ea typeface="Arial"/>
                <a:cs typeface="Arial"/>
              </a:defRPr>
            </a:pPr>
            <a:r>
              <a:rPr sz="2250" b="0">
                <a:solidFill>
                  <a:srgbClr val="173F2F"/>
                </a:solidFill>
                <a:latin typeface="Arial"/>
                <a:ea typeface="Arial"/>
                <a:cs typeface="Arial"/>
              </a:rPr>
              <a:t>Proteínas: 22,8 g</a:t>
            </a:r>
          </a:p>
          <a:p xmlns:a="http://schemas.openxmlformats.org/drawingml/2006/main">
            <a:pPr>
              <a:defRPr sz="2250" b="0">
                <a:solidFill>
                  <a:srgbClr val="173F2F"/>
                </a:solidFill>
                <a:latin typeface="Arial"/>
                <a:ea typeface="Arial"/>
                <a:cs typeface="Arial"/>
              </a:defRPr>
            </a:pPr>
            <a:r>
              <a:rPr sz="2250" b="0">
                <a:solidFill>
                  <a:srgbClr val="173F2F"/>
                </a:solidFill>
                <a:latin typeface="Arial"/>
                <a:ea typeface="Arial"/>
                <a:cs typeface="Arial"/>
              </a:rPr>
              <a:t>Grasas: 14,2 g</a:t>
            </a:r>
          </a:p>
        </p:txBody>
      </p:sp>
      <p:sp>
        <p:nvSpPr>
          <p:cNvPr id="9" name="Carbohidratos: 56 g, valor parcial">
            <a:extLst xmlns:a="http://schemas.openxmlformats.org/drawingml/2006/main">
              <a:ext uri="{FF2B5EF4-FFF2-40B4-BE49-F238E27FC236}">
                <a16:creationId xmlns:a16="http://schemas.microsoft.com/office/drawing/2014/main" id="{C387C6AB-59E2-4365-B9CE-1846BEF77305}"/>
              </a:ext>
            </a:extLst>
          </p:cNvPr>
          <p:cNvSpPr>
            <a:spLocks xmlns:a="http://schemas.openxmlformats.org/drawingml/2006/main" noGrp="1"/>
          </p:cNvSpPr>
          <p:nvPr/>
        </p:nvSpPr>
        <p:spPr>
          <a:xfrm xmlns:a="http://schemas.openxmlformats.org/drawingml/2006/main">
            <a:off x="571500" y="5419725"/>
            <a:ext cx="714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AD6240"/>
                </a:solidFill>
                <a:latin typeface="Arial"/>
                <a:ea typeface="Arial"/>
                <a:cs typeface="Arial"/>
              </a:defRPr>
            </a:defPPr>
          </a:lstStyle>
          <a:p xmlns:a="http://schemas.openxmlformats.org/drawingml/2006/main">
            <a:pPr>
              <a:defRPr sz="2175" b="1">
                <a:solidFill>
                  <a:srgbClr val="AD6240"/>
                </a:solidFill>
                <a:latin typeface="Arial"/>
                <a:ea typeface="Arial"/>
                <a:cs typeface="Arial"/>
              </a:defRPr>
            </a:pPr>
            <a:r>
              <a:rPr sz="2175" b="1">
                <a:solidFill>
                  <a:srgbClr val="AD6240"/>
                </a:solidFill>
                <a:latin typeface="Arial"/>
                <a:ea typeface="Arial"/>
                <a:cs typeface="Arial"/>
              </a:rPr>
              <a:t>Carbohidratos: 56 g, valor parcial</a:t>
            </a:r>
          </a:p>
        </p:txBody>
      </p:sp>
      <p:sp>
        <p:nvSpPr>
          <p:cNvPr id="10" name="Falta el dato del huevo en la referencia.">
            <a:extLst xmlns:a="http://schemas.openxmlformats.org/drawingml/2006/main">
              <a:ext uri="{FF2B5EF4-FFF2-40B4-BE49-F238E27FC236}">
                <a16:creationId xmlns:a16="http://schemas.microsoft.com/office/drawing/2014/main" id="{C5A5EABB-1070-470E-A7BC-2D79973507E3}"/>
              </a:ext>
            </a:extLst>
          </p:cNvPr>
          <p:cNvSpPr>
            <a:spLocks xmlns:a="http://schemas.openxmlformats.org/drawingml/2006/main" noGrp="1"/>
          </p:cNvSpPr>
          <p:nvPr/>
        </p:nvSpPr>
        <p:spPr>
          <a:xfrm xmlns:a="http://schemas.openxmlformats.org/drawingml/2006/main">
            <a:off x="571500" y="5934075"/>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77161"/>
                </a:solidFill>
                <a:latin typeface="Arial"/>
                <a:ea typeface="Arial"/>
                <a:cs typeface="Arial"/>
              </a:defRPr>
            </a:defPPr>
          </a:lstStyle>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Falta el dato del huevo en la referencia.</a:t>
            </a:r>
          </a:p>
        </p:txBody>
      </p:sp>
      <p:pic>
        <p:nvPicPr>
          <p:cNvPr id="11" name="">
            <a:extLst xmlns:a="http://schemas.openxmlformats.org/drawingml/2006/main">
              <a:ext uri="{FF2B5EF4-FFF2-40B4-BE49-F238E27FC236}">
                <a16:creationId xmlns:a16="http://schemas.microsoft.com/office/drawing/2014/main" id="{BA1E0957-CA67-48E1-AAF9-D5C605207686}"/>
              </a:ext>
            </a:extLst>
          </p:cNvPr>
          <p:cNvPicPr>
            <a:picLocks xmlns:a="http://schemas.openxmlformats.org/drawingml/2006/main" noChangeAspect="1"/>
          </p:cNvPicPr>
          <p:nvPr/>
        </p:nvPicPr>
        <p:blipFill>
          <a:blip xmlns:r="http://schemas.openxmlformats.org/officeDocument/2006/relationships" xmlns:a="http://schemas.openxmlformats.org/drawingml/2006/main" r:embed="R66a6f3e536f54715"/>
          <a:stretch xmlns:a="http://schemas.openxmlformats.org/drawingml/2006/main"/>
        </p:blipFill>
        <p:spPr>
          <a:xfrm xmlns:a="http://schemas.openxmlformats.org/drawingml/2006/main">
            <a:off x="8726019" y="1676400"/>
            <a:ext cx="2245662" cy="4648200"/>
          </a:xfrm>
          <a:prstGeom xmlns:a="http://schemas.openxmlformats.org/drawingml/2006/main" prst="rect">
            <a:avLst/>
          </a:prstGeom>
        </p:spPr>
      </p:pic>
    </p:spTree>
    <p:extLst>
      <p:ext uri="{BB962C8B-B14F-4D97-AF65-F5344CB8AC3E}">
        <p14:creationId xmlns:p14="http://schemas.microsoft.com/office/powerpoint/2010/main" val="256856190"/>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2" name="Desglose y revisión de las porciones">
            <a:extLst xmlns:a="http://schemas.openxmlformats.org/drawingml/2006/main">
              <a:ext uri="{FF2B5EF4-FFF2-40B4-BE49-F238E27FC236}">
                <a16:creationId xmlns:a16="http://schemas.microsoft.com/office/drawing/2014/main" id="{829AB68A-C6BC-4F95-B528-6AE7C113D765}"/>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Desglose y revisión de las porciones</a:t>
            </a:r>
          </a:p>
        </p:txBody>
      </p:sp>
      <p:sp>
        <p:nvSpPr>
          <p:cNvPr id="2" name="Los gramos de cada alimento son estimados y se pueden ajusta">
            <a:extLst xmlns:a="http://schemas.openxmlformats.org/drawingml/2006/main">
              <a:ext uri="{FF2B5EF4-FFF2-40B4-BE49-F238E27FC236}">
                <a16:creationId xmlns:a16="http://schemas.microsoft.com/office/drawing/2014/main" id="{5F73B629-14B8-4E83-A989-777DEE9BA95B}"/>
              </a:ext>
            </a:extLst>
          </p:cNvPr>
          <p:cNvSpPr>
            <a:spLocks xmlns:a="http://schemas.openxmlformats.org/drawingml/2006/main" noGrp="1"/>
          </p:cNvSpPr>
          <p:nvPr/>
        </p:nvSpPr>
        <p:spPr>
          <a:xfrm xmlns:a="http://schemas.openxmlformats.org/drawingml/2006/main">
            <a:off x="571500" y="1104900"/>
            <a:ext cx="1102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Los gramos de cada alimento son estimados y se pueden ajustar.</a:t>
            </a:r>
          </a:p>
        </p:txBody>
      </p:sp>
      <p:sp>
        <p:nvSpPr>
          <p:cNvPr id="3" name="Fuente: capturas finales de FoodScan proporcionadas por el e">
            <a:extLst xmlns:a="http://schemas.openxmlformats.org/drawingml/2006/main">
              <a:ext uri="{FF2B5EF4-FFF2-40B4-BE49-F238E27FC236}">
                <a16:creationId xmlns:a16="http://schemas.microsoft.com/office/drawing/2014/main" id="{51845F1E-E2D0-4DF2-8BEB-46A6B929FE48}"/>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capturas finales de FoodScan proporcionadas por el equipo.</a:t>
            </a:r>
          </a:p>
        </p:txBody>
      </p:sp>
      <p:sp>
        <p:nvSpPr>
          <p:cNvPr id="4" name="10">
            <a:extLst xmlns:a="http://schemas.openxmlformats.org/drawingml/2006/main">
              <a:ext uri="{FF2B5EF4-FFF2-40B4-BE49-F238E27FC236}">
                <a16:creationId xmlns:a16="http://schemas.microsoft.com/office/drawing/2014/main" id="{C9B2847C-C682-49D4-9784-448FF95CA5D4}"/>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10</a:t>
            </a:r>
          </a:p>
        </p:txBody>
      </p:sp>
      <p:sp>
        <p:nvSpPr>
          <p:cNvPr id="5" name="Quinua: 175,7 g">
            <a:extLst xmlns:a="http://schemas.openxmlformats.org/drawingml/2006/main">
              <a:ext uri="{FF2B5EF4-FFF2-40B4-BE49-F238E27FC236}">
                <a16:creationId xmlns:a16="http://schemas.microsoft.com/office/drawing/2014/main" id="{C579A6DF-C841-428A-AFC1-40A388B63934}"/>
              </a:ext>
            </a:extLst>
          </p:cNvPr>
          <p:cNvSpPr>
            <a:spLocks xmlns:a="http://schemas.openxmlformats.org/drawingml/2006/main" noGrp="1"/>
          </p:cNvSpPr>
          <p:nvPr/>
        </p:nvSpPr>
        <p:spPr>
          <a:xfrm xmlns:a="http://schemas.openxmlformats.org/drawingml/2006/main">
            <a:off x="571500" y="1962150"/>
            <a:ext cx="685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73F2F"/>
                </a:solidFill>
                <a:latin typeface="Arial"/>
                <a:ea typeface="Arial"/>
                <a:cs typeface="Arial"/>
              </a:defRPr>
            </a:defPPr>
          </a:lstStyle>
          <a:p xmlns:a="http://schemas.openxmlformats.org/drawingml/2006/main">
            <a:pPr>
              <a:defRPr sz="2625" b="1">
                <a:solidFill>
                  <a:srgbClr val="173F2F"/>
                </a:solidFill>
                <a:latin typeface="Arial"/>
                <a:ea typeface="Arial"/>
                <a:cs typeface="Arial"/>
              </a:defRPr>
            </a:pPr>
            <a:r>
              <a:rPr sz="2625" b="1">
                <a:solidFill>
                  <a:srgbClr val="173F2F"/>
                </a:solidFill>
                <a:latin typeface="Arial"/>
                <a:ea typeface="Arial"/>
                <a:cs typeface="Arial"/>
              </a:rPr>
              <a:t>Quinua: 175,7 g</a:t>
            </a:r>
          </a:p>
        </p:txBody>
      </p:sp>
      <p:sp>
        <p:nvSpPr>
          <p:cNvPr id="6" name="Referencia seleccionada: quinua cocida">
            <a:extLst xmlns:a="http://schemas.openxmlformats.org/drawingml/2006/main">
              <a:ext uri="{FF2B5EF4-FFF2-40B4-BE49-F238E27FC236}">
                <a16:creationId xmlns:a16="http://schemas.microsoft.com/office/drawing/2014/main" id="{EB95757A-A4DC-46DE-BA42-85C5177744FC}"/>
              </a:ext>
            </a:extLst>
          </p:cNvPr>
          <p:cNvSpPr>
            <a:spLocks xmlns:a="http://schemas.openxmlformats.org/drawingml/2006/main" noGrp="1"/>
          </p:cNvSpPr>
          <p:nvPr/>
        </p:nvSpPr>
        <p:spPr>
          <a:xfrm xmlns:a="http://schemas.openxmlformats.org/drawingml/2006/main">
            <a:off x="571500" y="2514600"/>
            <a:ext cx="704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Referencia seleccionada: quinua cocida</a:t>
            </a:r>
          </a:p>
        </p:txBody>
      </p:sp>
      <p:sp>
        <p:nvSpPr>
          <p:cNvPr id="7" name="Arroz blanco cocido: 108,7 g">
            <a:extLst xmlns:a="http://schemas.openxmlformats.org/drawingml/2006/main">
              <a:ext uri="{FF2B5EF4-FFF2-40B4-BE49-F238E27FC236}">
                <a16:creationId xmlns:a16="http://schemas.microsoft.com/office/drawing/2014/main" id="{92A889A3-93E9-4F30-A49A-602A3F3C5595}"/>
              </a:ext>
            </a:extLst>
          </p:cNvPr>
          <p:cNvSpPr>
            <a:spLocks xmlns:a="http://schemas.openxmlformats.org/drawingml/2006/main" noGrp="1"/>
          </p:cNvSpPr>
          <p:nvPr/>
        </p:nvSpPr>
        <p:spPr>
          <a:xfrm xmlns:a="http://schemas.openxmlformats.org/drawingml/2006/main">
            <a:off x="571500" y="3286125"/>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73F2F"/>
                </a:solidFill>
                <a:latin typeface="Arial"/>
                <a:ea typeface="Arial"/>
                <a:cs typeface="Arial"/>
              </a:defRPr>
            </a:defPPr>
          </a:lstStyle>
          <a:p xmlns:a="http://schemas.openxmlformats.org/drawingml/2006/main">
            <a:pPr>
              <a:defRPr sz="2475" b="1">
                <a:solidFill>
                  <a:srgbClr val="173F2F"/>
                </a:solidFill>
                <a:latin typeface="Arial"/>
                <a:ea typeface="Arial"/>
                <a:cs typeface="Arial"/>
              </a:defRPr>
            </a:pPr>
            <a:r>
              <a:rPr sz="2475" b="1">
                <a:solidFill>
                  <a:srgbClr val="173F2F"/>
                </a:solidFill>
                <a:latin typeface="Arial"/>
                <a:ea typeface="Arial"/>
                <a:cs typeface="Arial"/>
              </a:rPr>
              <a:t>Arroz blanco cocido: 108,7 g</a:t>
            </a:r>
          </a:p>
        </p:txBody>
      </p:sp>
      <p:sp>
        <p:nvSpPr>
          <p:cNvPr id="8" name="Huevo sancochado: 119,6 g">
            <a:extLst xmlns:a="http://schemas.openxmlformats.org/drawingml/2006/main">
              <a:ext uri="{FF2B5EF4-FFF2-40B4-BE49-F238E27FC236}">
                <a16:creationId xmlns:a16="http://schemas.microsoft.com/office/drawing/2014/main" id="{DD2EB067-35FA-4F19-91D7-DC9AEEB778CB}"/>
              </a:ext>
            </a:extLst>
          </p:cNvPr>
          <p:cNvSpPr>
            <a:spLocks xmlns:a="http://schemas.openxmlformats.org/drawingml/2006/main" noGrp="1"/>
          </p:cNvSpPr>
          <p:nvPr/>
        </p:nvSpPr>
        <p:spPr>
          <a:xfrm xmlns:a="http://schemas.openxmlformats.org/drawingml/2006/main">
            <a:off x="571500" y="4029075"/>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73F2F"/>
                </a:solidFill>
                <a:latin typeface="Arial"/>
                <a:ea typeface="Arial"/>
                <a:cs typeface="Arial"/>
              </a:defRPr>
            </a:defPPr>
          </a:lstStyle>
          <a:p xmlns:a="http://schemas.openxmlformats.org/drawingml/2006/main">
            <a:pPr>
              <a:defRPr sz="2475" b="1">
                <a:solidFill>
                  <a:srgbClr val="173F2F"/>
                </a:solidFill>
                <a:latin typeface="Arial"/>
                <a:ea typeface="Arial"/>
                <a:cs typeface="Arial"/>
              </a:defRPr>
            </a:pPr>
            <a:r>
              <a:rPr sz="2475" b="1">
                <a:solidFill>
                  <a:srgbClr val="173F2F"/>
                </a:solidFill>
                <a:latin typeface="Arial"/>
                <a:ea typeface="Arial"/>
                <a:cs typeface="Arial"/>
              </a:rPr>
              <a:t>Huevo sancochado: 119,6 g</a:t>
            </a:r>
          </a:p>
        </p:txBody>
      </p:sp>
      <p:sp>
        <p:nvSpPr>
          <p:cNvPr id="9" name="Suma del reparto: 404 g">
            <a:extLst xmlns:a="http://schemas.openxmlformats.org/drawingml/2006/main">
              <a:ext uri="{FF2B5EF4-FFF2-40B4-BE49-F238E27FC236}">
                <a16:creationId xmlns:a16="http://schemas.microsoft.com/office/drawing/2014/main" id="{96D7EBDA-D14B-4B90-805C-60B644B54CD2}"/>
              </a:ext>
            </a:extLst>
          </p:cNvPr>
          <p:cNvSpPr>
            <a:spLocks xmlns:a="http://schemas.openxmlformats.org/drawingml/2006/main" noGrp="1"/>
          </p:cNvSpPr>
          <p:nvPr/>
        </p:nvSpPr>
        <p:spPr>
          <a:xfrm xmlns:a="http://schemas.openxmlformats.org/drawingml/2006/main">
            <a:off x="571500" y="4819650"/>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73F2F"/>
                </a:solidFill>
                <a:latin typeface="Arial"/>
                <a:ea typeface="Arial"/>
                <a:cs typeface="Arial"/>
              </a:defRPr>
            </a:defPPr>
          </a:lstStyle>
          <a:p xmlns:a="http://schemas.openxmlformats.org/drawingml/2006/main">
            <a:pPr>
              <a:defRPr sz="2550" b="1">
                <a:solidFill>
                  <a:srgbClr val="173F2F"/>
                </a:solidFill>
                <a:latin typeface="Arial"/>
                <a:ea typeface="Arial"/>
                <a:cs typeface="Arial"/>
              </a:defRPr>
            </a:pPr>
            <a:r>
              <a:rPr sz="2550" b="1">
                <a:solidFill>
                  <a:srgbClr val="173F2F"/>
                </a:solidFill>
                <a:latin typeface="Arial"/>
                <a:ea typeface="Arial"/>
                <a:cs typeface="Arial"/>
              </a:rPr>
              <a:t>Suma del reparto: 404 g</a:t>
            </a:r>
          </a:p>
        </p:txBody>
      </p:sp>
      <p:sp>
        <p:nvSpPr>
          <p:cNvPr id="10" name="Revisar la referencia del guiso:&#10;la receta puede incluir otr">
            <a:extLst xmlns:a="http://schemas.openxmlformats.org/drawingml/2006/main">
              <a:ext uri="{FF2B5EF4-FFF2-40B4-BE49-F238E27FC236}">
                <a16:creationId xmlns:a16="http://schemas.microsoft.com/office/drawing/2014/main" id="{44BE71E0-6B32-4D03-A01F-279F37D0DB4B}"/>
              </a:ext>
            </a:extLst>
          </p:cNvPr>
          <p:cNvSpPr>
            <a:spLocks xmlns:a="http://schemas.openxmlformats.org/drawingml/2006/main" noGrp="1"/>
          </p:cNvSpPr>
          <p:nvPr/>
        </p:nvSpPr>
        <p:spPr>
          <a:xfrm xmlns:a="http://schemas.openxmlformats.org/drawingml/2006/main">
            <a:off x="571500" y="5695950"/>
            <a:ext cx="71151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AD6240"/>
                </a:solidFill>
                <a:latin typeface="Arial"/>
                <a:ea typeface="Arial"/>
                <a:cs typeface="Arial"/>
              </a:defRPr>
            </a:defPPr>
          </a:lstStyle>
          <a:p xmlns:a="http://schemas.openxmlformats.org/drawingml/2006/main">
            <a:pPr>
              <a:defRPr sz="1875" b="1">
                <a:solidFill>
                  <a:srgbClr val="AD6240"/>
                </a:solidFill>
                <a:latin typeface="Arial"/>
                <a:ea typeface="Arial"/>
                <a:cs typeface="Arial"/>
              </a:defRPr>
            </a:pPr>
            <a:r>
              <a:rPr sz="1875" b="1">
                <a:solidFill>
                  <a:srgbClr val="AD6240"/>
                </a:solidFill>
                <a:latin typeface="Arial"/>
                <a:ea typeface="Arial"/>
                <a:cs typeface="Arial"/>
              </a:rPr>
              <a:t>Revisar la referencia del guiso:</a:t>
            </a:r>
          </a:p>
          <a:p xmlns:a="http://schemas.openxmlformats.org/drawingml/2006/main">
            <a:pPr>
              <a:defRPr sz="1875" b="1">
                <a:solidFill>
                  <a:srgbClr val="AD6240"/>
                </a:solidFill>
                <a:latin typeface="Arial"/>
                <a:ea typeface="Arial"/>
                <a:cs typeface="Arial"/>
              </a:defRPr>
            </a:pPr>
            <a:r>
              <a:rPr sz="1875" b="1">
                <a:solidFill>
                  <a:srgbClr val="AD6240"/>
                </a:solidFill>
                <a:latin typeface="Arial"/>
                <a:ea typeface="Arial"/>
                <a:cs typeface="Arial"/>
              </a:rPr>
              <a:t>la receta puede incluir otros ingredientes.</a:t>
            </a:r>
          </a:p>
        </p:txBody>
      </p:sp>
      <p:pic>
        <p:nvPicPr>
          <p:cNvPr id="11" name="">
            <a:extLst xmlns:a="http://schemas.openxmlformats.org/drawingml/2006/main">
              <a:ext uri="{FF2B5EF4-FFF2-40B4-BE49-F238E27FC236}">
                <a16:creationId xmlns:a16="http://schemas.microsoft.com/office/drawing/2014/main" id="{5EEB935B-77C9-4024-91D5-1F51FA824840}"/>
              </a:ext>
            </a:extLst>
          </p:cNvPr>
          <p:cNvPicPr>
            <a:picLocks xmlns:a="http://schemas.openxmlformats.org/drawingml/2006/main" noChangeAspect="1"/>
          </p:cNvPicPr>
          <p:nvPr/>
        </p:nvPicPr>
        <p:blipFill>
          <a:blip xmlns:r="http://schemas.openxmlformats.org/officeDocument/2006/relationships" xmlns:a="http://schemas.openxmlformats.org/drawingml/2006/main" r:embed="R329e0b56d5494ff7"/>
          <a:stretch xmlns:a="http://schemas.openxmlformats.org/drawingml/2006/main"/>
        </p:blipFill>
        <p:spPr>
          <a:xfrm xmlns:a="http://schemas.openxmlformats.org/drawingml/2006/main">
            <a:off x="8728924" y="1676400"/>
            <a:ext cx="2239851" cy="4648200"/>
          </a:xfrm>
          <a:prstGeom xmlns:a="http://schemas.openxmlformats.org/drawingml/2006/main" prst="rect">
            <a:avLst/>
          </a:prstGeom>
        </p:spPr>
      </p:pic>
    </p:spTree>
    <p:extLst>
      <p:ext uri="{BB962C8B-B14F-4D97-AF65-F5344CB8AC3E}">
        <p14:creationId xmlns:p14="http://schemas.microsoft.com/office/powerpoint/2010/main" val="88194242"/>
      </p:ext>
    </p:extLst>
  </p:cSld>
</p:sld>
</file>

<file path=ppt/slides/slide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2" name="Plato guardado en Mi día">
            <a:extLst xmlns:a="http://schemas.openxmlformats.org/drawingml/2006/main">
              <a:ext uri="{FF2B5EF4-FFF2-40B4-BE49-F238E27FC236}">
                <a16:creationId xmlns:a16="http://schemas.microsoft.com/office/drawing/2014/main" id="{61DD42AB-5DF1-4D6D-B71E-DB77F1852760}"/>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Plato guardado en Mi día</a:t>
            </a:r>
          </a:p>
        </p:txBody>
      </p:sp>
      <p:sp>
        <p:nvSpPr>
          <p:cNvPr id="2" name="La captura confirma un registro guardado y su incorporación ">
            <a:extLst xmlns:a="http://schemas.openxmlformats.org/drawingml/2006/main">
              <a:ext uri="{FF2B5EF4-FFF2-40B4-BE49-F238E27FC236}">
                <a16:creationId xmlns:a16="http://schemas.microsoft.com/office/drawing/2014/main" id="{841431BB-1708-4153-8D3F-845F24938DCD}"/>
              </a:ext>
            </a:extLst>
          </p:cNvPr>
          <p:cNvSpPr>
            <a:spLocks xmlns:a="http://schemas.openxmlformats.org/drawingml/2006/main" noGrp="1"/>
          </p:cNvSpPr>
          <p:nvPr/>
        </p:nvSpPr>
        <p:spPr>
          <a:xfrm xmlns:a="http://schemas.openxmlformats.org/drawingml/2006/main">
            <a:off x="571500" y="1104900"/>
            <a:ext cx="1102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captura confirma un registro guardado y su incorporación al resumen.</a:t>
            </a:r>
          </a:p>
        </p:txBody>
      </p:sp>
      <p:sp>
        <p:nvSpPr>
          <p:cNvPr id="3" name="Fuente: capturas finales de FoodScan proporcionadas por el e">
            <a:extLst xmlns:a="http://schemas.openxmlformats.org/drawingml/2006/main">
              <a:ext uri="{FF2B5EF4-FFF2-40B4-BE49-F238E27FC236}">
                <a16:creationId xmlns:a16="http://schemas.microsoft.com/office/drawing/2014/main" id="{8FF139FD-BDDD-462F-B886-BB17553AB11D}"/>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capturas finales de FoodScan proporcionadas por el equipo.</a:t>
            </a:r>
          </a:p>
        </p:txBody>
      </p:sp>
      <p:sp>
        <p:nvSpPr>
          <p:cNvPr id="4" name="11">
            <a:extLst xmlns:a="http://schemas.openxmlformats.org/drawingml/2006/main">
              <a:ext uri="{FF2B5EF4-FFF2-40B4-BE49-F238E27FC236}">
                <a16:creationId xmlns:a16="http://schemas.microsoft.com/office/drawing/2014/main" id="{07831B30-0D8B-4EB3-A46B-C31E0AE3B932}"/>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11</a:t>
            </a:r>
          </a:p>
        </p:txBody>
      </p:sp>
      <p:sp>
        <p:nvSpPr>
          <p:cNvPr id="5" name="1 comida registrada">
            <a:extLst xmlns:a="http://schemas.openxmlformats.org/drawingml/2006/main">
              <a:ext uri="{FF2B5EF4-FFF2-40B4-BE49-F238E27FC236}">
                <a16:creationId xmlns:a16="http://schemas.microsoft.com/office/drawing/2014/main" id="{87FAFFF3-F596-4E6A-A5AB-5DE7D8A775AC}"/>
              </a:ext>
            </a:extLst>
          </p:cNvPr>
          <p:cNvSpPr>
            <a:spLocks xmlns:a="http://schemas.openxmlformats.org/drawingml/2006/main" noGrp="1"/>
          </p:cNvSpPr>
          <p:nvPr/>
        </p:nvSpPr>
        <p:spPr>
          <a:xfrm xmlns:a="http://schemas.openxmlformats.org/drawingml/2006/main">
            <a:off x="571500" y="2009775"/>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73F2F"/>
                </a:solidFill>
                <a:latin typeface="Arial"/>
                <a:ea typeface="Arial"/>
                <a:cs typeface="Arial"/>
              </a:defRPr>
            </a:defPPr>
          </a:lstStyle>
          <a:p xmlns:a="http://schemas.openxmlformats.org/drawingml/2006/main">
            <a:pPr>
              <a:defRPr sz="2925" b="1">
                <a:solidFill>
                  <a:srgbClr val="173F2F"/>
                </a:solidFill>
                <a:latin typeface="Arial"/>
                <a:ea typeface="Arial"/>
                <a:cs typeface="Arial"/>
              </a:defRPr>
            </a:pPr>
            <a:r>
              <a:rPr sz="2925" b="1">
                <a:solidFill>
                  <a:srgbClr val="173F2F"/>
                </a:solidFill>
                <a:latin typeface="Arial"/>
                <a:ea typeface="Arial"/>
                <a:cs typeface="Arial"/>
              </a:rPr>
              <a:t>1 comida registrada</a:t>
            </a:r>
          </a:p>
        </p:txBody>
      </p:sp>
      <p:sp>
        <p:nvSpPr>
          <p:cNvPr id="6" name="455 kcal en el resumen diario">
            <a:extLst xmlns:a="http://schemas.openxmlformats.org/drawingml/2006/main">
              <a:ext uri="{FF2B5EF4-FFF2-40B4-BE49-F238E27FC236}">
                <a16:creationId xmlns:a16="http://schemas.microsoft.com/office/drawing/2014/main" id="{900D620D-3A1E-4AAA-9F3E-E9BBAD71A46F}"/>
              </a:ext>
            </a:extLst>
          </p:cNvPr>
          <p:cNvSpPr>
            <a:spLocks xmlns:a="http://schemas.openxmlformats.org/drawingml/2006/main" noGrp="1"/>
          </p:cNvSpPr>
          <p:nvPr/>
        </p:nvSpPr>
        <p:spPr>
          <a:xfrm xmlns:a="http://schemas.openxmlformats.org/drawingml/2006/main">
            <a:off x="571500" y="280035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73F2F"/>
                </a:solidFill>
                <a:latin typeface="Arial"/>
                <a:ea typeface="Arial"/>
                <a:cs typeface="Arial"/>
              </a:defRPr>
            </a:defPPr>
          </a:lstStyle>
          <a:p xmlns:a="http://schemas.openxmlformats.org/drawingml/2006/main">
            <a:pPr>
              <a:defRPr sz="2550" b="0">
                <a:solidFill>
                  <a:srgbClr val="173F2F"/>
                </a:solidFill>
                <a:latin typeface="Arial"/>
                <a:ea typeface="Arial"/>
                <a:cs typeface="Arial"/>
              </a:defRPr>
            </a:pPr>
            <a:r>
              <a:rPr sz="2550" b="0">
                <a:solidFill>
                  <a:srgbClr val="173F2F"/>
                </a:solidFill>
                <a:latin typeface="Arial"/>
                <a:ea typeface="Arial"/>
                <a:cs typeface="Arial"/>
              </a:rPr>
              <a:t>455 kcal en el resumen diario</a:t>
            </a:r>
          </a:p>
        </p:txBody>
      </p:sp>
      <p:sp>
        <p:nvSpPr>
          <p:cNvPr id="7" name="Confirmación visible">
            <a:extLst xmlns:a="http://schemas.openxmlformats.org/drawingml/2006/main">
              <a:ext uri="{FF2B5EF4-FFF2-40B4-BE49-F238E27FC236}">
                <a16:creationId xmlns:a16="http://schemas.microsoft.com/office/drawing/2014/main" id="{B272B92B-8CD6-4082-A8CB-A58C3840C867}"/>
              </a:ext>
            </a:extLst>
          </p:cNvPr>
          <p:cNvSpPr>
            <a:spLocks xmlns:a="http://schemas.openxmlformats.org/drawingml/2006/main" noGrp="1"/>
          </p:cNvSpPr>
          <p:nvPr/>
        </p:nvSpPr>
        <p:spPr>
          <a:xfrm xmlns:a="http://schemas.openxmlformats.org/drawingml/2006/main">
            <a:off x="571500" y="36576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Confirmación visible</a:t>
            </a:r>
          </a:p>
        </p:txBody>
      </p:sp>
      <p:sp>
        <p:nvSpPr>
          <p:cNvPr id="8" name="“Plato guardado en tu día”">
            <a:extLst xmlns:a="http://schemas.openxmlformats.org/drawingml/2006/main">
              <a:ext uri="{FF2B5EF4-FFF2-40B4-BE49-F238E27FC236}">
                <a16:creationId xmlns:a16="http://schemas.microsoft.com/office/drawing/2014/main" id="{8835A9FA-EAEE-4F51-8F7D-C557777AB1D8}"/>
              </a:ext>
            </a:extLst>
          </p:cNvPr>
          <p:cNvSpPr>
            <a:spLocks xmlns:a="http://schemas.openxmlformats.org/drawingml/2006/main" noGrp="1"/>
          </p:cNvSpPr>
          <p:nvPr/>
        </p:nvSpPr>
        <p:spPr>
          <a:xfrm xmlns:a="http://schemas.openxmlformats.org/drawingml/2006/main">
            <a:off x="571500" y="4181475"/>
            <a:ext cx="704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73F2F"/>
                </a:solidFill>
                <a:latin typeface="Arial"/>
                <a:ea typeface="Arial"/>
                <a:cs typeface="Arial"/>
              </a:defRPr>
            </a:defPPr>
          </a:lstStyle>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“Plato guardado en tu día”</a:t>
            </a:r>
          </a:p>
        </p:txBody>
      </p:sp>
      <p:sp>
        <p:nvSpPr>
          <p:cNvPr id="9" name="Consulta en Mi día e Historial&#10;Registros en el mismo navegad">
            <a:extLst xmlns:a="http://schemas.openxmlformats.org/drawingml/2006/main">
              <a:ext uri="{FF2B5EF4-FFF2-40B4-BE49-F238E27FC236}">
                <a16:creationId xmlns:a16="http://schemas.microsoft.com/office/drawing/2014/main" id="{10D8A8AE-AE6B-4CC4-87CC-FBB739940AF5}"/>
              </a:ext>
            </a:extLst>
          </p:cNvPr>
          <p:cNvSpPr>
            <a:spLocks xmlns:a="http://schemas.openxmlformats.org/drawingml/2006/main" noGrp="1"/>
          </p:cNvSpPr>
          <p:nvPr/>
        </p:nvSpPr>
        <p:spPr>
          <a:xfrm xmlns:a="http://schemas.openxmlformats.org/drawingml/2006/main">
            <a:off x="571500" y="5019675"/>
            <a:ext cx="710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F2F"/>
                </a:solidFill>
                <a:latin typeface="Arial"/>
                <a:ea typeface="Arial"/>
                <a:cs typeface="Arial"/>
              </a:defRPr>
            </a:defPPr>
          </a:lstStyle>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Consulta en Mi día e Historial</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Registros en el mismo navegador</a:t>
            </a:r>
          </a:p>
        </p:txBody>
      </p:sp>
      <p:sp>
        <p:nvSpPr>
          <p:cNvPr id="10" name="Internet para reconocer. Batería del celular.">
            <a:extLst xmlns:a="http://schemas.openxmlformats.org/drawingml/2006/main">
              <a:ext uri="{FF2B5EF4-FFF2-40B4-BE49-F238E27FC236}">
                <a16:creationId xmlns:a16="http://schemas.microsoft.com/office/drawing/2014/main" id="{F4DA93B3-AB3C-4B46-A13D-66EFE1AB89FF}"/>
              </a:ext>
            </a:extLst>
          </p:cNvPr>
          <p:cNvSpPr>
            <a:spLocks xmlns:a="http://schemas.openxmlformats.org/drawingml/2006/main" noGrp="1"/>
          </p:cNvSpPr>
          <p:nvPr/>
        </p:nvSpPr>
        <p:spPr>
          <a:xfrm xmlns:a="http://schemas.openxmlformats.org/drawingml/2006/main">
            <a:off x="571500" y="6048375"/>
            <a:ext cx="729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Internet para reconocer. Batería del celular.</a:t>
            </a:r>
          </a:p>
        </p:txBody>
      </p:sp>
      <p:pic>
        <p:nvPicPr>
          <p:cNvPr id="11" name="">
            <a:extLst xmlns:a="http://schemas.openxmlformats.org/drawingml/2006/main">
              <a:ext uri="{FF2B5EF4-FFF2-40B4-BE49-F238E27FC236}">
                <a16:creationId xmlns:a16="http://schemas.microsoft.com/office/drawing/2014/main" id="{A5FD7C83-459F-4D1A-B621-36FBC1951F8B}"/>
              </a:ext>
            </a:extLst>
          </p:cNvPr>
          <p:cNvPicPr>
            <a:picLocks xmlns:a="http://schemas.openxmlformats.org/drawingml/2006/main" noChangeAspect="1"/>
          </p:cNvPicPr>
          <p:nvPr/>
        </p:nvPicPr>
        <p:blipFill>
          <a:blip xmlns:r="http://schemas.openxmlformats.org/officeDocument/2006/relationships" xmlns:a="http://schemas.openxmlformats.org/drawingml/2006/main" r:embed="R24d268971fdf40e2"/>
          <a:stretch xmlns:a="http://schemas.openxmlformats.org/drawingml/2006/main"/>
        </p:blipFill>
        <p:spPr>
          <a:xfrm xmlns:a="http://schemas.openxmlformats.org/drawingml/2006/main">
            <a:off x="8730377" y="1676400"/>
            <a:ext cx="2236946" cy="4648200"/>
          </a:xfrm>
          <a:prstGeom xmlns:a="http://schemas.openxmlformats.org/drawingml/2006/main" prst="rect">
            <a:avLst/>
          </a:prstGeom>
        </p:spPr>
      </p:pic>
    </p:spTree>
    <p:extLst>
      <p:ext uri="{BB962C8B-B14F-4D97-AF65-F5344CB8AC3E}">
        <p14:creationId xmlns:p14="http://schemas.microsoft.com/office/powerpoint/2010/main" val="9782920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2026-10-08T04:31:11.5610000Z</dcterms:created>
  <dcterms:modified xsi:type="dcterms:W3CDTF">2026-10-08T04:31:11.5610000Z</dcterms:modified>
</coreProperties>
</file>